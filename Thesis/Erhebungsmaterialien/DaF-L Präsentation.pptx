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60" d="100"/>
          <a:sy n="60" d="100"/>
        </p:scale>
        <p:origin x="10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F0CEC-BFF5-435A-BC2B-A432C1C4C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2B2D54-C479-4FA4-BE5D-0926EC359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E482E5-C580-46B5-B16C-93D4FEF4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9D6B7B-8F01-45EF-BB68-DF623EEE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1E7CA2-2BA5-4D7E-9D94-5AB42DED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22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6F2ED-B337-494E-84C6-55281DDF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CB3B58-136A-47AD-AB2A-B8FE60382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4B571-4D8C-47B4-800D-CDBAE4A0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A803A1-A598-4782-AC7D-EFA7A787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B30238-0827-4765-853A-838F38D5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59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795CD-D47D-4415-8093-503191A6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A22FD4-7FC6-437C-9364-36B2F4D2D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3BC20F-4DC6-4F89-8375-A8885811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008179-0E8C-42B0-B20C-6270C23E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2C126A-99B9-4E5B-ABBF-A150274A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15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1C176-CB5C-44C5-8C07-34489613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5C4CA7-9C1C-454B-B620-56C54F392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F57DF3-27D3-4AA3-B20B-9DFC0AD4C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85C784-00FE-4AA8-A0EE-142D63DB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606568-9BC8-481B-B2ED-F39AF8B0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81BC28-83A7-4DEC-8EA8-BFB1D6B2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19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3BBEE-1A1B-48D3-A261-14430062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E34690-1CC4-4546-9718-541F3F6D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27DF00-8432-4B0E-9EB9-1BED16815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666CC5-FDFB-49CE-A43A-BDBE762B0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C3760D-FD5A-4588-8131-F1A09506E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518D95-5788-43B6-A047-D3CFF9F6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B50D7F-34CD-468A-BE5C-A652E1C0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EFBAF5-AB6C-4BAA-8198-4EF14E7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41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23B625-28D0-409A-A353-F5C8B94A1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EFB830-8D85-4077-B369-E3FAC182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94A2FF-33FE-4923-B668-5A887383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4693B8-E23E-4ACD-AD5B-37AB6873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40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34C16A-1F38-40F4-B5D7-05467C51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85A50D-4E8F-44C2-A114-0EF81290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26FD73-D11F-4EE0-AD6A-126D1940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83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9E63A-F5E8-4311-BAB0-E1235031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0EA97C-7F4C-463D-9D3E-FF9261B47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0B1A85-E9B4-4799-866B-4C31A0C8C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8FE1D1-FF96-4058-B7CE-8C0FFED0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6A521D-E3D6-4BA8-A3C3-51F6D58F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5D2D10-65B2-46C6-92BA-F692DF13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35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25A8E8-D4B4-491F-8E39-A82EECF0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EE7FFD-E92A-4442-8580-8ADE8015E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A7C189-B2C5-4BF7-BE60-98CAC3CD1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92D0BD-AADB-4215-942A-A1E26DD1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0E28CF-F939-47F0-87AF-4A2B3670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DFADE8-481B-4463-A1C6-48A9A553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72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605EC-2E0A-4227-8D8A-09584EC0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7B5123-139A-4C3C-823B-7AA3D5989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7840A-39C7-4FEC-A94F-EDAE2A94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F0288-900F-4DE6-AD79-40371AC2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2665BF-464D-4E95-9AED-68806428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72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009B6C5-2E45-491E-9A83-1835D6DCF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C21576-1307-493F-A9E1-6349976E9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940658-3CAE-4D6A-8759-D61F97BE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D405B3-FDCE-4A35-8C2D-0F7ED764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CDFA94-3170-4ABA-943E-60C9190E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05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EA3E32-AE47-494D-A66A-496D2E86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4B246F-DF93-4C78-99C0-F03FAD2C5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36274-87E5-4646-BC17-FF72806FA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D59B6-9A36-4B71-8078-1B5A4C6D0ACB}" type="datetimeFigureOut">
              <a:rPr lang="de-DE" smtClean="0"/>
              <a:t>21.01.2022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2C4DFA-832F-4238-83DE-D1ECE1D39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9BC17B-7FCC-4226-A46D-DDDF60EF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7EF9-E49A-4E45-B565-13B39D8D19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44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74" y="1032151"/>
            <a:ext cx="6383759" cy="471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6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307" y="4850465"/>
            <a:ext cx="2371234" cy="174984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15EE0E4-9232-464F-A0C8-A8672F68D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56" y="1574016"/>
            <a:ext cx="10592425" cy="254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89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307" y="4850465"/>
            <a:ext cx="2371234" cy="17498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D2A77F1-811D-420D-818E-603E01843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88" y="2007535"/>
            <a:ext cx="10768322" cy="18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1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7D38DA2-56AD-4CA9-AAA9-91454C437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" y="396210"/>
            <a:ext cx="10243275" cy="58671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307" y="4850465"/>
            <a:ext cx="2371234" cy="17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3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307" y="4850465"/>
            <a:ext cx="2371234" cy="17498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6BDD3-2B7F-43DF-8A71-39CBFA39E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13" y="1658600"/>
            <a:ext cx="10971374" cy="270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CEB626-0B9C-42A8-9118-24936BC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74" y="1032151"/>
            <a:ext cx="6383759" cy="471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0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DB204C6-D8E7-416A-BE6F-A2B457245E57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effectLst/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bevor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5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502461A-63E5-46C8-8066-E9AF2172827A}"/>
              </a:ext>
            </a:extLst>
          </p:cNvPr>
          <p:cNvSpPr txBox="1"/>
          <p:nvPr/>
        </p:nvSpPr>
        <p:spPr>
          <a:xfrm>
            <a:off x="2883257" y="1872844"/>
            <a:ext cx="6896847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Beispiel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1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5234F7D-66A8-49F1-BD86-E9C7A0C20E26}"/>
              </a:ext>
            </a:extLst>
          </p:cNvPr>
          <p:cNvSpPr txBox="1"/>
          <p:nvPr/>
        </p:nvSpPr>
        <p:spPr>
          <a:xfrm>
            <a:off x="3175220" y="2047019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April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7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8B9840B-90D3-4576-906B-B8B831EE0D09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Eltern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03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55A1CED-147B-4511-980E-CA499A088BCE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effectLst/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bunt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6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4A34C57-9D95-42EA-B92A-6871B07372D8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Clown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0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3804882-2946-4B70-A170-C51543C83A85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gleich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8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0896AF2-C8AA-4637-8C80-CDFFB93AED8F}"/>
              </a:ext>
            </a:extLst>
          </p:cNvPr>
          <p:cNvSpPr txBox="1"/>
          <p:nvPr/>
        </p:nvSpPr>
        <p:spPr>
          <a:xfrm>
            <a:off x="1746636" y="1904648"/>
            <a:ext cx="8698727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Fahrrad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DFAF906-8F2F-4F87-941E-14B84D443915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Fach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0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F3DA8FD-2E56-42CF-BFDD-C04BA7619497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klar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1329F8A-2263-415D-AE4B-CD49EE63596E}"/>
              </a:ext>
            </a:extLst>
          </p:cNvPr>
          <p:cNvSpPr txBox="1"/>
          <p:nvPr/>
        </p:nvSpPr>
        <p:spPr>
          <a:xfrm>
            <a:off x="0" y="1864892"/>
            <a:ext cx="12192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geschehen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7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53921B3-E765-4018-BF41-44DCA554D2EB}"/>
              </a:ext>
            </a:extLst>
          </p:cNvPr>
          <p:cNvSpPr txBox="1"/>
          <p:nvPr/>
        </p:nvSpPr>
        <p:spPr>
          <a:xfrm>
            <a:off x="1524000" y="1960307"/>
            <a:ext cx="9144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Gewitter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18788EF-9DF3-40EA-AEBF-7675AF6BCFB4}"/>
              </a:ext>
            </a:extLst>
          </p:cNvPr>
          <p:cNvSpPr txBox="1"/>
          <p:nvPr/>
        </p:nvSpPr>
        <p:spPr>
          <a:xfrm>
            <a:off x="1464365" y="1944405"/>
            <a:ext cx="926327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manchmal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62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FB5FEB5-2CC9-4082-AAB3-980E980C7041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Jacke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6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ACCAC69-D549-431B-A630-2B6D7017B723}"/>
              </a:ext>
            </a:extLst>
          </p:cNvPr>
          <p:cNvSpPr txBox="1"/>
          <p:nvPr/>
        </p:nvSpPr>
        <p:spPr>
          <a:xfrm>
            <a:off x="1653872" y="2047019"/>
            <a:ext cx="9048584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Kalender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46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CD39707-0594-4424-BA98-9DBBA3C37CA7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nun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76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6F812B6-49E7-4AC3-8F99-9CBA7227798D}"/>
              </a:ext>
            </a:extLst>
          </p:cNvPr>
          <p:cNvSpPr txBox="1"/>
          <p:nvPr/>
        </p:nvSpPr>
        <p:spPr>
          <a:xfrm>
            <a:off x="2393343" y="1976210"/>
            <a:ext cx="756169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leuchten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6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C502E0A-D72D-42BC-B9CE-27666352F4A1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Mittag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57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17180FE-A092-44C7-A055-0AE300BB5454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schwer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28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6620847-CC3B-42BF-B7A3-4BBF4F6614E8}"/>
              </a:ext>
            </a:extLst>
          </p:cNvPr>
          <p:cNvSpPr txBox="1"/>
          <p:nvPr/>
        </p:nvSpPr>
        <p:spPr>
          <a:xfrm>
            <a:off x="2719346" y="1793330"/>
            <a:ext cx="6877878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niemals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6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CE04AA4-BF94-4E7D-85B0-37D3AF09E8E4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Pinsel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4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26F0FC3-6988-4FCC-B151-E1F8CA024B28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Vater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0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D8D9A63-2655-4B7A-9909-32324515256C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Sand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D75611A-6CBA-4153-9BEF-B0D4177E4716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schief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6A21C60-690F-491F-A98C-79BB85381B5D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Wissen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0828DC5-7AE3-479B-9A2C-225549CC435D}"/>
              </a:ext>
            </a:extLst>
          </p:cNvPr>
          <p:cNvSpPr txBox="1"/>
          <p:nvPr/>
        </p:nvSpPr>
        <p:spPr>
          <a:xfrm>
            <a:off x="2291301" y="1888745"/>
            <a:ext cx="7609398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Sekunde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2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E1E881F-2D98-4193-85B3-9EB99A0B19EB}"/>
              </a:ext>
            </a:extLst>
          </p:cNvPr>
          <p:cNvSpPr txBox="1"/>
          <p:nvPr/>
        </p:nvSpPr>
        <p:spPr>
          <a:xfrm>
            <a:off x="3048000" y="1864892"/>
            <a:ext cx="6096000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Tafel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8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FEA25D8-FC7B-4737-8E8E-878E01029341}"/>
              </a:ext>
            </a:extLst>
          </p:cNvPr>
          <p:cNvSpPr txBox="1"/>
          <p:nvPr/>
        </p:nvSpPr>
        <p:spPr>
          <a:xfrm>
            <a:off x="842839" y="1769476"/>
            <a:ext cx="10925092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zusammen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2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D51DFA3-53B3-4FD3-A941-67BB5489A9E6}"/>
              </a:ext>
            </a:extLst>
          </p:cNvPr>
          <p:cNvSpPr txBox="1"/>
          <p:nvPr/>
        </p:nvSpPr>
        <p:spPr>
          <a:xfrm>
            <a:off x="2456953" y="1928503"/>
            <a:ext cx="7402664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trocken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5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89A0FC8-F511-4827-9D9A-8D522848169A}"/>
              </a:ext>
            </a:extLst>
          </p:cNvPr>
          <p:cNvSpPr txBox="1"/>
          <p:nvPr/>
        </p:nvSpPr>
        <p:spPr>
          <a:xfrm>
            <a:off x="0" y="1872843"/>
            <a:ext cx="12125739" cy="2763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6600" dirty="0">
                <a:latin typeface="Grundschrif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verschmutzen</a:t>
            </a:r>
            <a:endParaRPr lang="de-DE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30</Paragraphs>
  <Slides>36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Grundschrift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Nikola Ebenbeck</dc:creator>
  <cp:lastModifiedBy>Nikola Ebenbeck</cp:lastModifiedBy>
  <cp:revision>4</cp:revision>
  <dcterms:created xsi:type="dcterms:W3CDTF">2022-01-21T13:36:25Z</dcterms:created>
  <dcterms:modified xsi:type="dcterms:W3CDTF">2022-01-23T21:40:04Z</dcterms:modified>
</cp:coreProperties>
</file>